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991B1B">
              <a:alpha val="20000"/>
            </a:srgbClr>
          </a:solidFill>
          <a:ln w="12700">
            <a:solidFill>
              <a:srgbClr val="991B1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Noise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39319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39319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25880"/>
            <a:ext cx="164592" cy="822960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industrial machines in real time, detects noise faults, logs events with severity levels, and displays an interactive dashboard for operators.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1325880"/>
            <a:ext cx="164592" cy="822960"/>
          </a:xfrm>
          <a:prstGeom prst="roundRect">
            <a:avLst>
              <a:gd name="adj" fmla="val 27778"/>
            </a:avLst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operators and engineers who need to track machine health, respond to high-severity alerts, and review historical fault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325880"/>
            <a:ext cx="164592" cy="822960"/>
          </a:xfrm>
          <a:prstGeom prst="roundRect">
            <a:avLst>
              <a:gd name="adj" fmla="val 27778"/>
            </a:avLst>
          </a:prstGeom>
          <a:solidFill>
            <a:srgbClr val="99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machine noise faults lead to equipment failure and downtime. This dashboard provides early warning and a full audit trail of events.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CSS + JavaScript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9961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users see and interact with in a browser. No framework — pure web standards.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574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BBF24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FastAPI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45973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HTTP requests, validates data using Pydantic models, and connects to the database.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991B1B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017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+ Motor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341985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noise event as a document. Motor provides async access so the server stays fast.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776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818CF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77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Uvicorn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43799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ASGI server that runs FastAPI, supports async operations and hot-reload during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File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backend/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(login, events)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10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blueprints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666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968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packages list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frontend/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Dashboard structure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 layout, table styles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310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UI logic, event table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" y="10972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36192" y="1490472"/>
            <a:ext cx="4023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14884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Generate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the button on the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1097280"/>
            <a:ext cx="822960" cy="8229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55264" y="1490472"/>
            <a:ext cx="4023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214884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Sends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278892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picks random machine, fault &amp; severity then POSTs to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1097280"/>
            <a:ext cx="822960" cy="82296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74336" y="1490472"/>
            <a:ext cx="4023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214884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03904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Validates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03904" y="278892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checks the data shape. main.py adds a timestamp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33872" y="1097280"/>
            <a:ext cx="822960" cy="8229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693408" y="1490472"/>
            <a:ext cx="4023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214884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22976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Saves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22976" y="278892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stores the event document in the noise_monitor DB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52944" y="1097280"/>
            <a:ext cx="822960" cy="8229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52944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150608" y="214884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42048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Updates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42048" y="278892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returns the saved event. JS renders the history table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6187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618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207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username &amp; password. Returns success or 401 error.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username, password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{ success, username 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2199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21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167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new noise event to MongoDB with auto timestamp.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167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machine_id, fault_type, severity, noise_level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Saved event with _id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18211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82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last 20 events sorted newest first.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nothing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Array of event documents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4223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991B1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42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4087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all events from the database.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nothing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{ deleted: count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validated against backend. Wrong password = 401 error. No frontend-only auth.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7764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Event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5 fault types, 3 severity levels, 6 noise levels across 10 machines.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saved to MongoDB. History survives page refresh or browser close.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History 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20 events shown newest-first with color-coded severity: red, yellow, green.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776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History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wipe of all events from MongoDB with confirmation prompt.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session, resets dashboard state, and returns to login screen.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MongoDB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shows &gt; prompt. MongoDB runs automatically as a Windows Service.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216152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216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30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130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the /backend folder. Keep this CMD window open.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03704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2037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uvicorn main:app --reload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26664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118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Frontend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83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your browser. No server needed for the frontend.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191256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191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Double-click index.html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105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41056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471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operator / op456. Credentials validated by FastAPI.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417880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4178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/ admin123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 with a real frontend, backend, and database
</a:t>
            </a:r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handles routing, validation, and MongoDB operations
</a:t>
            </a:r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every noise event as a persistent document
</a:t>
            </a:r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talks to backend via REST API fetch() calls
</a:t>
            </a:r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event generation, history table, and logout all wired end-to-end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· MongoDB · Vanilla JS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Noise Monitoring Dashboard</dc:title>
  <dc:subject>PptxGenJS Presentation</dc:subject>
  <dc:creator>PptxGenJS</dc:creator>
  <cp:lastModifiedBy>PptxGenJS</cp:lastModifiedBy>
  <cp:revision>1</cp:revision>
  <dcterms:created xsi:type="dcterms:W3CDTF">2026-07-02T06:18:15Z</dcterms:created>
  <dcterms:modified xsi:type="dcterms:W3CDTF">2026-07-02T06:18:15Z</dcterms:modified>
</cp:coreProperties>
</file>